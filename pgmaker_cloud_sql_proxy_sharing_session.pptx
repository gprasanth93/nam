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warmly: Hi everyone, I’m Prasanth Ganesan. I work on the PgMaker / DHP side, closely with PGaaS and SRE teams.
Today is not a deep architecture review. It is a story about developer experience: how do we make database access feel like a cloud service inside our own platform?
The core message: applications should focus on code. The platform should handle provisioning, credentials, rotation, and the actual database connection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session is split into 45 minutes of walkthrough and 15 minutes Q&amp;A.
Tell them you will keep the language simple, but include enough engineering detail so developers can use this later as reference.
Ask one opening question: “When your service needs persistent state today, what is the first thing that slows you down?”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pain points from your draft: database procurement, credentials, firewall, and learning curve around how to integrate.
Say: app.hsbc is about bringing your code and letting the platform handle deployment and resilience. Database access should follow the same philosophy.
Transition: What if all of this complexity could be hidden behind a local PostgreSQL endpoint?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slide. Speak slowly.
Say: the app does not need to carry database knowledge. It talks locally. The sidecar and platform own the complexity.
Mention target experience: if the database does not exist, provision within a few minutes — our target is roughly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one component at a time.
Important: the broker is not a credential carrier. It validates and stages requests, resolves config, waits for database readiness, and forwards the credential request to PgMaker.
PgMaker remains the only place that generates and sends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sidecar does not know which database it should use. This is intentional.
It sends stable identity hints: Git repo ID, EIMID, replyUrl. Repo name is helpful for humans, but repo ID is the stable key.
Later, this same request will carry a workload identity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as the key security split. The broker controls access and staging, but PgMaker sends credentials directly to the sidecar reply URL.
Say: This design keeps the broker clean and lowers credential exposure.
Call out pgaas-creds.{env}.digital.hsbc as the DNS for this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naming strategy: we do not want database names to be only numbers, but we also cannot trust repo name as unique.
Recommended naming: pg_&lt;repo_slug&gt;_&lt;env&gt;_&lt;hash8&gt;.
The config store owns mapping and defaults. If no payload is sent, it creates basic/default config. If config change comes later, it creates a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first-time flow. The sidecar request starts a workflow, not an immediate credential response.
If config exists and DB is already ready, it is a fast path. If not, PgMaker creates the database, and the broker polls until ready.
Do not overpromise exact timing, but state the target: database in a few minutes, ideally within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scaling slide. Make it relatable: when we scale a service, many VMs may start at the same time.
The broker stages requests per binding key. Only one active workflow does config and DB readiness. The rest wait safely.
Clarify: this does not mean one global queue. Each application/database binding has its own queue, so other teams are not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retry categories: transient errors get retries with backoff; validation/auth errors fail fast.
If an active request fails after max retries/timeouts, it should not block everyone else. Mark failed and promote the next staged request.
This is important for production behavior and for confidence during outages.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PgMaker is the only component delivering DB credentials. The broker never sees the password.
Explain password rotation: PgMaker may reset every 24 hours. Active sessions should not be killed just because a reset event arrived.
Explain disaster: if an upstream DB connection drops during failover, sidecar remains running, retries, and waits for fresh PgMaker credentials for the new primary.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future identity direction for app.hsbc service VMs.
simple-kvm-deployer creates the service VM and stores host-local metadata: service_vm_id, tap, IP, MAC, vsock CID, repo ID, EIMID.
The sidecar requests a token over a host-controlled path such as vsock. The host maps the request to the original VM and asks central trust to sign a short-lived JWT.
PgMaker and the broker validate the token. The VM’s own claim is not trusted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model should not be app.hsbc-only forever.
If a service runs in IKP but database is PgMaker, IKP proves the workload identity. PGaaS normalizes the claims. PgMaker receives a consistent, trusted request.
This is why we keep identity separate from database provider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demo checklist.
Do not wait live for five minutes if it slows down the session. Have a fast path prepared: existing DB or mocked provisioning status.
The “wow moment” is when the app uses localhost:5432 and the database is actually remote and PgMaker-managed.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confidence: this is the first in-house cloud-like SQL proxy pattern for PgMaker/PGaaS.
Repeat the final message: Connect to localhost. PgMaker handles the rest.
Then open Q&amp;A. If questions go too deep, offer to take detailed design discussions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PgMaker Cloud‑Like SQL Proxy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6656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Connect to localhost. PgMaker handles the rest.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90779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2907792"/>
            <a:ext cx="13716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localhost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:5432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57800" y="2834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290779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PGaaS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Sidecar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812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3A8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907792"/>
            <a:ext cx="16459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PgMaker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88920" y="3246120"/>
            <a:ext cx="3657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3246120"/>
            <a:ext cx="411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8580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Sharing session · 45 min story + 15 min Q&amp;A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5650992"/>
            <a:ext cx="4480560" cy="329184"/>
          </a:xfrm>
          <a:prstGeom prst="roundRect">
            <a:avLst>
              <a:gd name="adj" fmla="val 22222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5724144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First in‑house cloud‑like SQL proxy pattern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we’ll spend the hour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Tell the story first, keep technical details as reference points.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38988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Why DB access creates friction today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62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71576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The experience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Developer connects to localhost:5432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How it works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440740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Sidecar, broker, config, PgMaker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41732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361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38988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Scale &amp; failure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175564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Queues, retries, no request storms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7432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862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71576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Identity &amp; future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Workload identity and cross‑platform path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06908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04164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Q&amp;A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58000" y="440740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Last 15 minutes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58521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Interactive style: I’ll show the flow step by step, then pause for questions after key sections.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pain: database access leaks into app teams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Persistent state is necessary, but it should not dominate the developer journey.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81912"/>
            <a:ext cx="16459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Application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finishes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63240" y="15087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3B2F0B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581912"/>
            <a:ext cx="15544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Need persistent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57800" y="150876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301520"/>
          </a:solidFill>
          <a:ln w="15240">
            <a:solidFill>
              <a:srgbClr val="FB718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49240" y="1581912"/>
            <a:ext cx="17373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DB request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provisioning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15087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301520"/>
          </a:solidFill>
          <a:ln w="15240">
            <a:solidFill>
              <a:srgbClr val="FB718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1581912"/>
            <a:ext cx="1874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Credentials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connection info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04120" y="150876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195560" y="1581912"/>
            <a:ext cx="13258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App config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changes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1874520"/>
            <a:ext cx="3657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46320" y="1874520"/>
            <a:ext cx="3657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1874520"/>
            <a:ext cx="3657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38360" y="187452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" y="3017520"/>
            <a:ext cx="10287000" cy="1463040"/>
          </a:xfrm>
          <a:prstGeom prst="roundRect">
            <a:avLst>
              <a:gd name="adj" fmla="val 5000"/>
            </a:avLst>
          </a:prstGeom>
          <a:solidFill>
            <a:srgbClr val="121A2A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What developers should not have to care about: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730752"/>
            <a:ext cx="9509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Real DB hostnames · Password rotation · Failover endpoints · Firewall hops · DB naming · Provisioning internals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Core problem: the application carries database complexity that the platform should own.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target experience: “Bring code, get Postgres”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database is remote, but to the application it feels local.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121A2A"/>
          </a:solidFill>
          <a:ln w="12700">
            <a:solidFill>
              <a:srgbClr val="2533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B7185"/>
                </a:solidFill>
              </a:rPr>
              <a:t>Before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Application carries: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× real hostname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× database user/password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× manual config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× rotation awareness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× failover complexity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141732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0626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4D399"/>
                </a:solidFill>
              </a:rPr>
              <a:t>After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5800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Application sees: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localhost:5432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✓ sidecar handles PgMaker credentials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✓ PgMaker provisions DB in minutes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✓ platform owns connection complexity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23560" y="3429000"/>
            <a:ext cx="73152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Cloud-like SQL proxy experience inside our platform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building blocks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Each component has one clear responsibility.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59152"/>
            <a:ext cx="210312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pgaas-dhp-sidecar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inside service VM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359152"/>
            <a:ext cx="22860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pgaas-access-broker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pgaas-creds.{env}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307592"/>
            <a:ext cx="201168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pgaas-config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Git-backed mapping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3375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3410712"/>
            <a:ext cx="201168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PgMaker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 + credentials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09760" y="2286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0" y="2359152"/>
            <a:ext cx="173736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localhost:5432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63240" y="274320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2615184"/>
            <a:ext cx="457200" cy="-92354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2871216"/>
            <a:ext cx="457200" cy="923544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23960" y="3703320"/>
            <a:ext cx="640080" cy="-795528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2560320"/>
            <a:ext cx="-6400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6868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Requests access, runs local PG proxy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Auth + staging + orchestration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Never handles password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267712"/>
            <a:ext cx="2103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repo/EIMID → dbname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config + PRs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4407408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creates DB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sends creds to replyUrl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Sidecar starts with the service VM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sidecar asks for access, not for a specific DB name.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90472"/>
            <a:ext cx="16459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Service VM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5146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0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587752"/>
            <a:ext cx="1600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36576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0F766E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730752"/>
            <a:ext cx="1600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PGaaS Sidecar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3246120"/>
            <a:ext cx="0" cy="3657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371600"/>
            <a:ext cx="7223760" cy="3931920"/>
          </a:xfrm>
          <a:prstGeom prst="roundRect">
            <a:avLst>
              <a:gd name="adj" fmla="val 1860"/>
            </a:avLst>
          </a:prstGeom>
          <a:solidFill>
            <a:srgbClr val="121A2A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Payload to pgaas-access-broker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0520" y="2148840"/>
            <a:ext cx="62179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"git_repo_id": "123456",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"git_repo_name": "payment-service",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"EIMID": "EIM1234567",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"replyUrl": "https://cranker/.../db",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"reason": "startup"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4526280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30152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4636008"/>
            <a:ext cx="5852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No dbname. The platform resolves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63240" y="3977640"/>
            <a:ext cx="731520" cy="-12344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pgaas-access-broker stages and orchestrates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broker is the gate, not the password holder.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724912"/>
            <a:ext cx="1463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Validate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OIDC later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3063240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828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724912"/>
            <a:ext cx="1463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Group by binding 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repo + EIMID + env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3063240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1828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724912"/>
            <a:ext cx="1463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Resolve config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through pgaas-config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063240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1828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2724912"/>
            <a:ext cx="1463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Ensure DB 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through PgMaker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23960" y="3063240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29800" y="182880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6404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55480" y="2724912"/>
            <a:ext cx="1463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Forward credential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request to PgMaker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47548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4919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Broker never sees, stores, or delivers the DB password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pgaas-config owns the database mapping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stable mapping is created once and reused forever.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8483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Input identity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git_repo_id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EIMID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environment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database_key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2423160"/>
            <a:ext cx="10058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20116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3B2F0B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77640" y="2084832"/>
            <a:ext cx="20116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pgaas-config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resolve binding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423160"/>
            <a:ext cx="10058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20116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2084832"/>
            <a:ext cx="20116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Generated DB name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pg_payment_service_uat_a8f31c2d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4663440"/>
            <a:ext cx="9692640" cy="566928"/>
          </a:xfrm>
          <a:prstGeom prst="roundRect">
            <a:avLst>
              <a:gd name="adj" fmla="val 12903"/>
            </a:avLst>
          </a:prstGeom>
          <a:solidFill>
            <a:srgbClr val="121A2A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828032"/>
            <a:ext cx="9052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Repo name makes it readable. Repo ID/hash makes it unique. Rename repo later? DB name stays stable.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First request creates the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If there is no database yet, PgMaker provisions 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179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39903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Sidecar request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399032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repo/EIMID/replyUrl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78992" y="1874520"/>
            <a:ext cx="0" cy="32004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221992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2257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203704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Config missing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create default config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78992" y="2679192"/>
            <a:ext cx="0" cy="32004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026664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27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3008376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PgMaker ensure 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create database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8992" y="3483864"/>
            <a:ext cx="0" cy="32004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831336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319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3813048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Poll until ready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813048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target: few minutes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78992" y="4288536"/>
            <a:ext cx="0" cy="32004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636008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36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4617720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Forward credential request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617720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PgMaker sends creds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50876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0626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Goal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13648" y="2423160"/>
            <a:ext cx="2057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Usable PostgreSQL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within minutes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68512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Target: ≈ 5 min max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Request storms become per‑repo queues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20 sidecars should not create 20 database workflows.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binding key: apphsbc:dhp-pgmaker:uat:123456:EIM123:default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20116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084832"/>
            <a:ext cx="146304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Request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0116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084832"/>
            <a:ext cx="731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Request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STAGED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084832"/>
            <a:ext cx="731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Request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0116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084832"/>
            <a:ext cx="731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Request 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STAGED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20116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084832"/>
            <a:ext cx="731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Request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STAGED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0" y="2084832"/>
            <a:ext cx="731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Request ...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STAGED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20116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2084832"/>
            <a:ext cx="731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Request 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STAGED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24912" y="2377440"/>
            <a:ext cx="52120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234440" y="3886200"/>
            <a:ext cx="9784080" cy="685800"/>
          </a:xfrm>
          <a:prstGeom prst="roundRect">
            <a:avLst>
              <a:gd name="adj" fmla="val 10667"/>
            </a:avLst>
          </a:prstGeom>
          <a:solidFill>
            <a:srgbClr val="121A2A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105656"/>
            <a:ext cx="9235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Active request resolves config + DB readiness. Once ready, all staged requests are forwarded to PgMaker.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03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Each repo/EIMID/database binding has its own independent queue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should delay a request, not freeze the queue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Retries and timeouts keep staged requests moving.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81912"/>
            <a:ext cx="16459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01520"/>
          </a:solidFill>
          <a:ln w="15240">
            <a:solidFill>
              <a:srgbClr val="FB718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70432"/>
            <a:ext cx="16459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Attempt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PgMaker timeout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2F0B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084832"/>
            <a:ext cx="16459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Attempt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retry with backoff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999232"/>
            <a:ext cx="164592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Attempt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success or fail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1874520"/>
            <a:ext cx="457200" cy="-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88920" y="1874520"/>
            <a:ext cx="457200" cy="4572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88920" y="1874520"/>
            <a:ext cx="457200" cy="13716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155448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627632"/>
            <a:ext cx="19659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If success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forward staged requests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2788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301520"/>
          </a:solidFill>
          <a:ln w="15240">
            <a:solidFill>
              <a:srgbClr val="FB718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862072"/>
            <a:ext cx="19659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If exhausted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mark failed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3246120"/>
            <a:ext cx="594360" cy="-457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12080" y="1417320"/>
            <a:ext cx="594360" cy="484632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27889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23960" y="2862072"/>
            <a:ext cx="18745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Promote next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staged request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182112"/>
            <a:ext cx="6400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286000" y="4892040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D3EE"/>
                </a:solidFill>
              </a:rPr>
              <a:t>No request should hold the queue forever.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Credential delivery stays with PgMaker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Password rotation and failover are handled without breaking active sessions unnecessarily.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288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01952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pgaas-access-broker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forwards request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E3A8A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901952"/>
            <a:ext cx="18745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PgMaker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generates creds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8288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1901952"/>
            <a:ext cx="21031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replyUrl / Cranker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delivers event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18288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38360" y="1901952"/>
            <a:ext cx="16002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Sidecar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updates proxy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2240280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2240280"/>
            <a:ext cx="5029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224028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80160" y="31089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Event=Authorization&amp;host_name=...&amp;dbname=...&amp;user=...&amp;password=&lt;secret&gt;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4160520"/>
            <a:ext cx="9601200" cy="640080"/>
          </a:xfrm>
          <a:prstGeom prst="roundRect">
            <a:avLst>
              <a:gd name="adj" fmla="val 11429"/>
            </a:avLst>
          </a:prstGeom>
          <a:solidFill>
            <a:srgbClr val="121A2A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343400"/>
            <a:ext cx="9052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Reset event: do not disconnect active PostgreSQL sessions. Fetch new credentials; new sessions use the new version.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9052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Disaster/failover: if PgMaker promotes a standby, sidecar keeps retrying until fresh credentials arrive.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Future: workload identity for service VMs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VM should not declare identity. The host proves 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27632"/>
            <a:ext cx="1920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simple-kvm-deployer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spins service VM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627632"/>
            <a:ext cx="20116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Tags host metadata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repo/EIMID/vsock CID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627632"/>
            <a:ext cx="17373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Sidecar asks token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 vsock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15544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627632"/>
            <a:ext cx="17373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Host validates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source VM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3840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1E3A8A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913632"/>
            <a:ext cx="18745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Central Trust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signs JWT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26680" y="3840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3913632"/>
            <a:ext cx="18745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Broker validates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JWT claims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1965960"/>
            <a:ext cx="3657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1965960"/>
            <a:ext cx="411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1965960"/>
            <a:ext cx="3657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2377440"/>
            <a:ext cx="-3474720" cy="1417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95160" y="4251960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280160" y="5257800"/>
            <a:ext cx="9509760" cy="438912"/>
          </a:xfrm>
          <a:prstGeom prst="roundRect">
            <a:avLst>
              <a:gd name="adj" fmla="val 16667"/>
            </a:avLst>
          </a:prstGeom>
          <a:solidFill>
            <a:srgbClr val="30152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5376672"/>
            <a:ext cx="8961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Key rule: MMDS/env can describe identity, but vsock/host mapping must prove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Cross‑platform path: app.hsbc, IKP, GCP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Service platform proves workload identity; PGaaS normalizes 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9047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app.hsbc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service VM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5877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IKP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service/pod/VM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68503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service account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25146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587752"/>
            <a:ext cx="17830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identity token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51460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3B2F0B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587752"/>
            <a:ext cx="20574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PGaaS federation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normalize claims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25146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8280" y="2587752"/>
            <a:ext cx="19659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pgaas-access-broker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common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1783080"/>
            <a:ext cx="594360" cy="10058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88920" y="2880360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88920" y="3977640"/>
            <a:ext cx="594360" cy="-10058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40680" y="2898648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66760" y="2898648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97280" y="50749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Normalized claims: source_platform · repo_id · EIMID · namespace · app · environment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path: show the magic in small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Make the audience see the before and after.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35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30759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Start service without DB knowledge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67335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Show app config has no real DB host/password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63347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Sidecar sends access request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99923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Show broker request/log and binding key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87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95935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Config resolves or creates mapping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32511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Show generated dbname and default config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132588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435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30759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PgMaker creates or confirms DB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167335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Show operation/status ready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265176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63347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PgMaker delivers creds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299923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Show Authorization event at sidecar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39776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087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395935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App connects to localhost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4325112"/>
            <a:ext cx="4343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Run SELECT current_database(), current_user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74520" y="5715000"/>
            <a:ext cx="8321040" cy="411480"/>
          </a:xfrm>
          <a:prstGeom prst="roundRect">
            <a:avLst>
              <a:gd name="adj" fmla="val 17778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5824728"/>
            <a:ext cx="7863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Keep demo fast: use pre-created DB or accelerated mock for the 2–10 minute provisioning path.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people should remember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Simple for developers. Controlled for the platform. Ready for the future.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901952"/>
            <a:ext cx="237744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Connect to localhost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901952"/>
            <a:ext cx="237744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Broker stages safely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6676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1901952"/>
            <a:ext cx="237744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PgMaker owns DB + creds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We are hiding database complexity without hiding platform control.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937760" y="5257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Q&amp;A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HSBC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PgMaker Cloud-Like SQL Proxy</dc:title>
  <dc:subject>PgMaker Cloud-Like SQL Proxy Sharing Session</dc:subject>
  <dc:creator>OpenAI</dc:creator>
  <cp:lastModifiedBy>OpenAI</cp:lastModifiedBy>
  <cp:revision>1</cp:revision>
  <dcterms:created xsi:type="dcterms:W3CDTF">2026-07-23T00:32:35Z</dcterms:created>
  <dcterms:modified xsi:type="dcterms:W3CDTF">2026-07-23T00:32:35Z</dcterms:modified>
</cp:coreProperties>
</file>